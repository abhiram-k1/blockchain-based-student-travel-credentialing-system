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4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4" r:id="rId15"/>
    <p:sldId id="270" r:id="rId16"/>
    <p:sldId id="271" r:id="rId17"/>
  </p:sldIdLst>
  <p:sldSz cx="10502900" cy="6965950"/>
  <p:notesSz cx="10502900" cy="6965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01C"/>
    <a:srgbClr val="2563EA"/>
    <a:srgbClr val="3A72EC"/>
    <a:srgbClr val="1A1E27"/>
    <a:srgbClr val="0C1631"/>
    <a:srgbClr val="0D17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7DEEC-717E-DE6D-9074-39E4A53720B0}" v="2" dt="2026-07-02T05:17:40.0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2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6765" y="1171257"/>
            <a:ext cx="8916670" cy="79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3530" y="2115820"/>
            <a:ext cx="7343140" cy="944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4510" y="868997"/>
            <a:ext cx="4563237" cy="249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402453" y="868997"/>
            <a:ext cx="4563237" cy="249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510" y="151130"/>
            <a:ext cx="9441180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4510" y="868997"/>
            <a:ext cx="9441180" cy="249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66668" y="3513772"/>
            <a:ext cx="3356864" cy="18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24510" y="3513772"/>
            <a:ext cx="2412746" cy="18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552944" y="3513772"/>
            <a:ext cx="2412746" cy="18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5575"/>
            <a:ext cx="10112729" cy="3863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EB5CA4-BB47-307B-449B-7B6936EF9A84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1E1C5E0-71FD-940A-30AF-284CC690A901}"/>
              </a:ext>
            </a:extLst>
          </p:cNvPr>
          <p:cNvPicPr/>
          <p:nvPr/>
        </p:nvPicPr>
        <p:blipFill>
          <a:blip r:embed="rId2" cstate="print"/>
          <a:srcRect l="81027" t="13889" r="1066" b="77777"/>
          <a:stretch>
            <a:fillRect/>
          </a:stretch>
        </p:blipFill>
        <p:spPr>
          <a:xfrm>
            <a:off x="984250" y="4321175"/>
            <a:ext cx="2041879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56182"/>
            <a:ext cx="10104089" cy="40535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390E8A-C720-DBE8-6D82-5D962ACD7FF5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15975"/>
            <a:ext cx="10502900" cy="51203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902DE5-C811-4D5B-F011-81D36AC2EC4B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9053"/>
            <a:ext cx="10283080" cy="46478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323E45-48DB-42FB-E13A-9800B07B9B20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3020"/>
            <a:ext cx="10312019" cy="54199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DA154F-393B-9AAB-72AE-1529EA3E3A5B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66273E-9997-93CB-5211-3D07695D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0775"/>
            <a:ext cx="10502900" cy="50789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0E8373-4EE7-1E18-4414-71071F1EC7DB}"/>
              </a:ext>
            </a:extLst>
          </p:cNvPr>
          <p:cNvSpPr/>
          <p:nvPr/>
        </p:nvSpPr>
        <p:spPr>
          <a:xfrm>
            <a:off x="0" y="0"/>
            <a:ext cx="6032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8034"/>
            <a:ext cx="10131990" cy="50298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7EBBC9-D6C2-BEA9-A6EB-EEE220512FCC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1605" y="760677"/>
            <a:ext cx="10091798" cy="54445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BEA4D5-447C-456E-FE3D-C9F37AEA27F6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5492"/>
            <a:ext cx="10312019" cy="47349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620656-E0A7-21AF-3331-7C9B546CE194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502900" cy="6319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9635D-0CA6-7262-5EF7-CDD7B0EFABAC}"/>
              </a:ext>
            </a:extLst>
          </p:cNvPr>
          <p:cNvSpPr txBox="1"/>
          <p:nvPr/>
        </p:nvSpPr>
        <p:spPr>
          <a:xfrm>
            <a:off x="0" y="6319619"/>
            <a:ext cx="10502900" cy="646331"/>
          </a:xfrm>
          <a:prstGeom prst="rect">
            <a:avLst/>
          </a:prstGeom>
          <a:solidFill>
            <a:srgbClr val="0D1732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C1631"/>
                </a:solidFill>
              </a:rPr>
              <a:t>Hi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502900" cy="6319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821F2E-32D6-5505-463D-A3596E3DF4C0}"/>
              </a:ext>
            </a:extLst>
          </p:cNvPr>
          <p:cNvSpPr txBox="1"/>
          <p:nvPr/>
        </p:nvSpPr>
        <p:spPr>
          <a:xfrm>
            <a:off x="0" y="6319619"/>
            <a:ext cx="10502900" cy="646331"/>
          </a:xfrm>
          <a:prstGeom prst="rect">
            <a:avLst/>
          </a:prstGeom>
          <a:solidFill>
            <a:srgbClr val="0D1732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C1631"/>
                </a:solidFill>
              </a:rPr>
              <a:t>Hi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865"/>
            <a:ext cx="10376338" cy="49082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35B7A8-063F-38C4-173C-41635A68AD65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978" y="928370"/>
            <a:ext cx="10300843" cy="51092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72A02A-07FA-0DB1-61AD-52842EECF22E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2F2BE7-C742-0996-2CFD-B73398DE3367}"/>
              </a:ext>
            </a:extLst>
          </p:cNvPr>
          <p:cNvSpPr/>
          <p:nvPr/>
        </p:nvSpPr>
        <p:spPr>
          <a:xfrm>
            <a:off x="0" y="0"/>
            <a:ext cx="10502900" cy="6965950"/>
          </a:xfrm>
          <a:prstGeom prst="rect">
            <a:avLst/>
          </a:prstGeom>
          <a:solidFill>
            <a:srgbClr val="2120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0FA07-BEDB-9309-3EEC-FE7D3A51C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" y="282575"/>
            <a:ext cx="10410825" cy="6105525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90409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1044575"/>
            <a:ext cx="10277514" cy="51774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84DF47-B7DE-0A9E-1815-2ADA181C8801}"/>
              </a:ext>
            </a:extLst>
          </p:cNvPr>
          <p:cNvSpPr/>
          <p:nvPr/>
        </p:nvSpPr>
        <p:spPr>
          <a:xfrm>
            <a:off x="0" y="0"/>
            <a:ext cx="535003" cy="576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4CD50-A126-B6F4-4E2E-024C60B6B546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49655"/>
            <a:ext cx="9955322" cy="48666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E9E60F-DE17-2A94-BFAF-02ABFB640BD9}"/>
              </a:ext>
            </a:extLst>
          </p:cNvPr>
          <p:cNvSpPr/>
          <p:nvPr/>
        </p:nvSpPr>
        <p:spPr>
          <a:xfrm>
            <a:off x="0" y="0"/>
            <a:ext cx="527050" cy="6965950"/>
          </a:xfrm>
          <a:prstGeom prst="rect">
            <a:avLst/>
          </a:prstGeom>
          <a:solidFill>
            <a:srgbClr val="256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2</Words>
  <Application>Microsoft Office PowerPoint</Application>
  <PresentationFormat>Custom</PresentationFormat>
  <Paragraphs>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Plaote Q</dc:creator>
  <cp:lastModifiedBy>Kundurthi Abhiram</cp:lastModifiedBy>
  <cp:revision>9</cp:revision>
  <dcterms:created xsi:type="dcterms:W3CDTF">2025-09-17T10:38:38Z</dcterms:created>
  <dcterms:modified xsi:type="dcterms:W3CDTF">2026-07-02T05:41:39Z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LastSaved">
    <vt:filetime>2025-09-17T00:00:00Z</vt:filetime>
  </property>
  <property fmtid="{D5CDD505-2E9C-101B-9397-08002B2CF9AE}" pid="4" name="Producer">
    <vt:lpwstr>3-Heights(TM) PDF Security Shell 4.8.25.2 (http://www.pdf-tools.com)</vt:lpwstr>
  </property>
</Properties>
</file>